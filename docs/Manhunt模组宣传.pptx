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MINECRAFT JAVA 26.2 · NEOFORGE 模组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6002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猎人游戏 </a:t>
            </a:r>
            <a:pPr indent="0" marL="0">
              <a:buNone/>
            </a:pPr>
            <a:r>
              <a:rPr lang="en-US" sz="5400" b="1" dirty="0">
                <a:solidFill>
                  <a:srgbClr val="4C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0CE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追杀、逃亡与检查点追逐——一条通往末影龙的路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361188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107C1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611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 26 日 · Demo 开放试玩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46304" cy="100584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681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逃生者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激活检查点 · 奔跑积累里程 · 击杀末影龙获胜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9240" y="4709160"/>
            <a:ext cx="146304" cy="10058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4681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3560" y="50749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全员追杀 · 士气换取超级抽奖 · 淘汰所有逃生者获胜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94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双模组内容：Manhunt 主玩法 + SkillCards 技能卡联动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概览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一人逃，全员追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跑得越远，抽奖越豪华；猎人造成的每一份伤害，也在为全队积蓄士气。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这不是简单的追逐——双方都有属于自己的成长线。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2697480" cy="2148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309067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04088" y="400507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张技能卡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43525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四档稀有度 · 技能栏轮换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2834640"/>
            <a:ext cx="2697480" cy="2148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309067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400507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档里程奖池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3525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食物消耗品为主 · 装备稀有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35624" y="2834640"/>
            <a:ext cx="2697480" cy="2148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309067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36792" y="400507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秒逃跑窗口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36792" y="43525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开局定身猎人 · 公平起跑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2834640"/>
            <a:ext cx="2697480" cy="21488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309067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53144" y="400507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里程解锁要塞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53144" y="43525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固定彩卡 + 全队超级抽奖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83112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650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两大阵营 · 动态人数平衡 · 与 SkillCards 技能卡模组深度联动 · 全部机制可在单人模式调试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 阵营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两个阵营，两条成长线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51206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8132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逃生者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5486400" cy="3566160"/>
          </a:xfrm>
          <a:prstGeom prst="rect">
            <a:avLst/>
          </a:prstGeom>
          <a:solidFill>
            <a:srgbClr val="F1F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57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目标：激活检查点，击杀末影龙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60–100 血 · 抗性 · 急迫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血量与强化随人数比动态调整，进入末地再度强化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里程抽奖 · 技能卡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76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跑图积累里程换取资源，检查点抽取技能卡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检查点罗盘 + 进度 bossbar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811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方向与距离实时指引，激活前不暴露下一个坐标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481328"/>
            <a:ext cx="5486400" cy="5120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48132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9632" y="1993392"/>
            <a:ext cx="5486400" cy="3566160"/>
          </a:xfrm>
          <a:prstGeom prst="rect">
            <a:avLst/>
          </a:prstGeom>
          <a:solidFill>
            <a:srgbClr val="EF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2157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目标：淘汰所有逃生者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8232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40–60 血 · 速度 · 急迫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人数占优时火力更强，劣势时逃生者获得强化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28232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士气抽奖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3776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全队共享士气量表，伤害达标全员超级抽奖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28232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追踪罗盘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45811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右键循环锁定逃生者实时位置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806440"/>
            <a:ext cx="11183112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9618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胜负：末影龙死亡 → 逃生者胜；逃生者全部淘汰 → 猎人胜。支持 /manhunt admin start solo 单人无猎人调试。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 玩法流程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从出生点到末影龙的六步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9202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04088" y="240487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开局集合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4088" y="275234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全员传送出生点，逃生者获得 60 秒逃跑窗口，猎人被定身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600200"/>
            <a:ext cx="3611880" cy="19202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Text 7"/>
          <p:cNvSpPr/>
          <p:nvPr/>
        </p:nvSpPr>
        <p:spPr>
          <a:xfrm>
            <a:off x="44897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9704" y="240487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检查点链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9704" y="275234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每隔 400–600 格随机刷新，激活后才解锁下一个坐标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4152" y="1600200"/>
            <a:ext cx="3611880" cy="19202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40487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里程抽奖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75320" y="275234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每移动 1 格积 1 里程，每 200 格触发一次五连抽奖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611880" cy="19202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" y="459943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要塞指引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4088" y="494690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任一逃生者里程达 3000，下一检查点固定为末地要塞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88536" y="3794760"/>
            <a:ext cx="3611880" cy="192024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4489704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489704" y="459943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末地强化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89704" y="494690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抗性 2 / 速度 / 跳跃提升 2 / 饱和 / 急迫 2，里程停算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74152" y="3794760"/>
            <a:ext cx="3611880" cy="1920240"/>
          </a:xfrm>
          <a:prstGeom prst="rect">
            <a:avLst/>
          </a:prstGeom>
          <a:solidFill>
            <a:srgbClr val="EF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75320" y="459943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击杀末影龙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75320" y="4946904"/>
            <a:ext cx="3209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要塞激活后全队获得末影之眼 ×12，开启传送门，屠龙即胜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每局节奏约 30–60 分钟：跑图积累 → 检查点博弈 → 末地决战。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MILEAGE 里程系统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跑图即抽奖：越远的路，越好的装备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6776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563624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每移动 1 格 +1 里程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33272" y="1847088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水平位移累计，传送与坠落不计；进入末地后停止累计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32304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359152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200 里程一次资源抽奖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33272" y="2642616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种物品的老虎机动画，不锁视野与操作，边跑边抽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315468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经验条变身里程量表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33272" y="3438144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= 距下次抽奖，等级 = 已触发次数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9502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自选领取：滚轮选择 · 中键标记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33272" y="4233672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右键领取标记物品，未标记的放弃——把选择权留给玩家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572768"/>
            <a:ext cx="5193792" cy="84124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1700784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42048" y="16824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1000 里程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42048" y="2002536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生存补给：食物 · 木石 · 煤铁粒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2523744"/>
            <a:ext cx="5193792" cy="841248"/>
          </a:xfrm>
          <a:prstGeom prst="rect">
            <a:avLst/>
          </a:prstGeom>
          <a:solidFill>
            <a:srgbClr val="A9CCE3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2651760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42048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2000 里程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42048" y="2953512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冒险补给：铁金铜 · 弓箭 · 红石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3474720"/>
            <a:ext cx="5193792" cy="841248"/>
          </a:xfrm>
          <a:prstGeom prst="rect">
            <a:avLst/>
          </a:prstGeom>
          <a:solidFill>
            <a:srgbClr val="4296CF"/>
          </a:solidFill>
          <a:ln/>
        </p:spPr>
      </p:sp>
      <p:sp>
        <p:nvSpPr>
          <p:cNvPr id="29" name="Text 27"/>
          <p:cNvSpPr/>
          <p:nvPr/>
        </p:nvSpPr>
        <p:spPr>
          <a:xfrm>
            <a:off x="6656832" y="3602736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42048" y="3584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3000 里程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42048" y="390448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精良补给：钻石 · 附魔书概率提升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4425696"/>
            <a:ext cx="5193792" cy="8412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32" y="455371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42048" y="45354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3000+ 里程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242048" y="4855464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顶级补给：满级附魔书 · 鞘翅 · 末影之眼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92240" y="54864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里程越高，奖池越豪华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里程后附魔书概率提升，3000 里程后出现满级高级附魔书——配合合成栏附魔，附魔书+装备直接合成附魔。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CHECKPOINTS 检查点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一条只属于逃生者的寻宝路线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591056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检查点无限链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33272" y="1874520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 400–600 格随机方向刷新，激活后才解锁下一个坐标——猎人也只能赌方向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23744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45059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金块平台 + 荧石柱标记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33272" y="2734056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金块基座配三格荧石柱，远处可见；靠近 6 格自动激活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3310128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罗盘 + bossbar 双指引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33272" y="3593592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检查点罗盘实时指向当前目标，bossbar 显示进度与直线距离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169664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激活即结算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33272" y="4453128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激活者抽一张技能卡，全体逃生者获得一次不限奖池的超级抽奖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627632"/>
            <a:ext cx="4965192" cy="3337560"/>
          </a:xfrm>
          <a:prstGeom prst="rect">
            <a:avLst/>
          </a:prstGeom>
          <a:solidFill>
            <a:srgbClr val="EF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847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里程 · 决战开启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67728" y="23317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下一个检查点固定刷新在末地要塞正上方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要塞检查点必定抽到彩卡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全队获得末影之眼 ×12，开启传送门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要塞入口在地下，激活后进入杀龙阶段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440680"/>
            <a:ext cx="11183112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末地强化（按人数档位）：抗性 2 · 速度 · 跳跃提升 2 · 饱和 · 急迫 2 —— 里程与抽奖在末地停算，专注决战。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HUNTERS 猎人系统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士气：猎人的第二资源条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6776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56362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造成伤害即积累士气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33272" y="184708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对逃生者每造成 1 点实际伤害，全队士气 +1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32304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3591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五连超级抽奖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33272" y="264261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士气达 50/100/200/300/500/700/1000（封顶）时，每个在线猎人各触发一次七连抽奖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315468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量表占用经验条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33272" y="343814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= 距下一档士气，等级 = 已达成档数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950208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龙的领域对猎人关闭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33272" y="423367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末影龙与末影人不会攻击猎人，其伤害被完全吸收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727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动态性能档位（按 猎人 : 逃生者 人数比实时切换）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75104"/>
          <a:ext cx="5303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2514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猎人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逃生者（括号为末地）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≤1:1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60血 速度2 急迫2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60(80)血 抗性1 急迫2 速2 跳2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≤2:1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40血 速度2 急迫2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60(80)血 抗性1 急迫2 速1 跳2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≤3:1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40血 速度1 急迫2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60(100)血 抗性1 急迫2 速1 跳2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&gt;3:1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40血 速度1 急迫2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80(100)血 抗性1(2) 急迫2 速1 跳2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0" y="42245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人数劣势方自动获得强化，开局与换人都会即时重算并全服广播。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5440680"/>
            <a:ext cx="11183112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士气的代价设计：猎人越凶，逃生者越危险——追杀本身就会喂饱猎人的军火库。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对抗规则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细节里藏着博弈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82496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60934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死亡不掉落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33272" y="18928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双方死亡均无掉落物；猎人装备原样保留到复活，逃生者淘汰转旁观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505456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击杀猎人回复 20%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33272" y="278892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逃生者击杀猎人后，击杀者立即恢复自身最大生命的 20%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3401568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双罗盘信息战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33272" y="368503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猎人追踪罗盘右键循环锁定目标；技能卡“盲点”可让罗盘乱指 60 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29768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开局公平保护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33272" y="458114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秒逃跑窗内猎人被定身且无法伤害逃生者，双方站立在同一起跑线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645920"/>
            <a:ext cx="5193792" cy="35661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18745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罗盘博弈示例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8272" y="23317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猎人开局获得追踪罗盘，右键在多名逃生者间循环切换目标</a:t>
            </a:r>
            <a:endParaRPr lang="en-US" sz="12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逃生者抽到“盲点”后，猎人罗盘将持续指向随机假坐标</a:t>
            </a:r>
            <a:endParaRPr lang="en-US" sz="12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检查点罗盘永远指向当前目标——被干扰的只有猎人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所有规则数值集中在配置文件中，欢迎实测后提出调整建议。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CARDS 技能卡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SkillCards 模组联动的构筑层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抽卡概率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7604516" cy="457200"/>
          </a:xfrm>
          <a:prstGeom prst="rect">
            <a:avLst/>
          </a:prstGeom>
          <a:solidFill>
            <a:srgbClr val="605E5C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883664"/>
            <a:ext cx="7458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68%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107436" y="1883664"/>
            <a:ext cx="2236622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180588" y="1883664"/>
            <a:ext cx="2090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稀有 20%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344059" y="1883664"/>
            <a:ext cx="1118311" cy="45720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10" name="Text 8"/>
          <p:cNvSpPr/>
          <p:nvPr/>
        </p:nvSpPr>
        <p:spPr>
          <a:xfrm>
            <a:off x="10417211" y="1883664"/>
            <a:ext cx="972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黑卡 10%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62370" y="1883664"/>
            <a:ext cx="447324" cy="457200"/>
          </a:xfrm>
          <a:prstGeom prst="rect">
            <a:avLst/>
          </a:prstGeom>
          <a:solidFill>
            <a:srgbClr val="B4009E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0702" y="23774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400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彩卡 2%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25496"/>
            <a:ext cx="365760" cy="365760"/>
          </a:xfrm>
          <a:prstGeom prst="rect">
            <a:avLst/>
          </a:prstGeom>
          <a:solidFill>
            <a:srgbClr val="B4009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275234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 = 抽卡点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33272" y="30358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每激活一个检查点，激活者抽一张技能卡；要塞检查点固定抽到彩卡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" y="3557016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技能栏：快捷栏最右格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33272" y="384048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所有技能卡收进技能库无限保存；右键使用 · 左键切换 · 不可丢弃，冷却与可用状态由边框区分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36576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4361688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合成栏直接附魔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33272" y="46451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附魔书 + 装备放进合成格即可附魔，同名同级 +1、异级取高，无需铁砧与经验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2743200"/>
            <a:ext cx="4965192" cy="2395728"/>
          </a:xfrm>
          <a:prstGeom prst="rect">
            <a:avLst/>
          </a:prstGeom>
          <a:solidFill>
            <a:srgbClr val="EF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2944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超级抽奖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3364992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▸"/>
            </a:pPr>
            <a:r>
              <a:rPr lang="en-US" sz="120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检查点激活：全体逃生者各获得一次七连抽奖，不限里程奖池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▸"/>
            </a:pPr>
            <a:r>
              <a:rPr lang="en-US" sz="120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士气达标：全体在线猎人各触发一次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▸"/>
            </a:pPr>
            <a:r>
              <a:rPr lang="en-US" sz="1200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奖励停留在界面，标记哪些拿哪些——未标记视为放弃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未安装 SkillCards 时主玩法完整可玩，仅跳过抽卡环节。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CARDS 技能卡一览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张卡，四种命运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00200"/>
                <a:gridCol w="7342632"/>
                <a:gridCol w="118872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稀有度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1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恢复少量生命：生命恢复 4，持续 8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纱幕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黑雾遮蔽：周围 20 格猎人缓慢 2 与失明 10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绽放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弹开周围猎人，生命提升 5 与伤害吸收 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神罚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下一次攻击造成 20 点伤害，持续 30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虹星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向前快速突进，速度 4 持续 5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稀有卡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达芙妮之灾厄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召唤 20 只攻击猎人的杀手兔，击中即分裂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稀有卡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麒麟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精准雷击两次周围 10 格的猎人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稀有卡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三世秘传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随机窃取周围 200 格猎人背包内的一件物品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稀有卡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盲点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干扰猎人罗盘 60 秒，自身隐身 30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00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彩卡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海王之翼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获得飞翔能力，持续 20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00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彩卡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亚丝缇的赐福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 200–300 格外的随机位置传送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13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诅咒化身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力量 4 持续 60 秒，期间最大生命减半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13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圣树化身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生命恢复 3 持续 60 秒，期间虚弱 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13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赤鳞之跃动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F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分段损失 20 点生命（保留 2 点），获得速度 2 / 力量 2 / 夜视 / 急迫 3 / 跳跃提升 1，持续 30 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5E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抽卡概率：普通 68% · 稀有 20% · 黑卡 10% · 彩卡 2%（可在配置中调整）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OPEN 试玩开放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CB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 26 日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Demo 开放试玩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4871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带上你的朋友——一个当猎人，其余人逃。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三步上手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4279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NeoForge 26.2 实例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4590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Minecraft Java 26.2 + NeoForge 26.2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703320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4279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放入两个模组 jar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7680" y="4590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 + skillcards（技能卡可选）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3703320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92440" y="4279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开局一条指令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92440" y="4590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/manhunt admin start random 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349240"/>
            <a:ext cx="11183112" cy="0"/>
          </a:xfrm>
          <a:prstGeom prst="line">
            <a:avLst/>
          </a:prstGeom>
          <a:noFill/>
          <a:ln w="12700">
            <a:solidFill>
              <a:srgbClr val="E1D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5321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开源仓库  </a:t>
            </a:r>
            <a:pPr indent="0" marL="0">
              <a:buNone/>
            </a:pPr>
            <a:r>
              <a:rPr lang="en-US" sz="1250" dirty="0">
                <a:solidFill>
                  <a:srgbClr val="C8C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github.com/TakaraMiyuki/Manhunt  ·  TakaraMiyuki/SkillCards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94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单人也可体验：/manhunt admin start solo 无猎人调试模式 · 数值与机制欢迎实测反馈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猎人游戏 Manhunt 模组宣传</dc:title>
  <dc:subject>PptxGenJS Presentation</dc:subject>
  <dc:creator>TakaraMiyuki</dc:creator>
  <cp:lastModifiedBy>TakaraMiyuki</cp:lastModifiedBy>
  <cp:revision>1</cp:revision>
  <dcterms:created xsi:type="dcterms:W3CDTF">2026-09-23T16:48:33Z</dcterms:created>
  <dcterms:modified xsi:type="dcterms:W3CDTF">2026-09-23T16:48:33Z</dcterms:modified>
</cp:coreProperties>
</file>